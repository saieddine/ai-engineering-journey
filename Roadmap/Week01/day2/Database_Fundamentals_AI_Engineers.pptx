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8961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Fundamentals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Engineers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RAM to persistent storage — how relational data is organized, connected, and prepared for AI retrieval systems.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 ·  DBMS  ·  Tables  ·  Keys  · 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I should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9110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databases exist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694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RAM and persistent storage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32278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Database and a DBMS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886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data is organized using tables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93992" y="19110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Primary Keys and Foreign Keys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6243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3992" y="25694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database relationships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2826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93992" y="32278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simple database for an AI application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Databases Exist?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normally store information inside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(Random Access Memory) while they are running.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CFE8F0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→  Hello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 →  Hi!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application closes, everything stored in RAM disappears.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permanently store information, applications use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database provides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remains even after the application stops running.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· fast · lost on close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1392" y="3017520"/>
            <a:ext cx="402336" cy="50292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36118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· reliable · survives restart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vs Database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(Persistent)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slower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close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when application closes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remains after closing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while program is running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long-term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Database? What Is a DBMS?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organized collection of data that lets applications store, retrieve, update, delete, and organize information efficiently. Its purpose is not only to store data, but to retrieve it quickly and reliably.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(Database Management System) is the software responsible for creating and managing databases.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chatbot.db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3424428"/>
            <a:ext cx="54864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30632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DBMS examples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33832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522208" y="3300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376732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415137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453542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522208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F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61772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the data itself; the DBMS is the software that manages it. AI engineers must understand how data is organized, even though backend engineers typically manage production databases.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organizes information into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table represents one type of real-world object. Good database design separates different types of information into different tables.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5544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81160" y="15544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81160" y="15544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7432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743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81160" y="27432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81160" y="2743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39319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319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81160" y="39319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39319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760720" cy="1554480"/>
          </a:xfrm>
          <a:prstGeom prst="roundRect">
            <a:avLst>
              <a:gd name="adj" fmla="val 5882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05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real-world objects to model first — for a chatbot, this means separate tables for Conversations and Messages rather than one giant table.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and Columns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the properties of an object.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row represents one object. One row = one student.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651760"/>
          <a:ext cx="8686800" cy="128016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8346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73736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Columns (properties)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37360" y="4709160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1737360" y="470916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 =  One student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uniquely identifies each row inside a 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396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066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empty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73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row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CF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can share the same name, but the Student ID uniquely identifies each one — that's what makes it a primary key.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512064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 (Key)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92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ID → different rows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connects one table with another. Instead of repeating all student information, the second table stores only the Student ID — avoiding duplication and creating a relationship between tables.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834640"/>
          <a:ext cx="3108960" cy="10058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3154680"/>
            <a:ext cx="822960" cy="4114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443484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834640"/>
          <a:ext cx="3108960" cy="10058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CFE8F0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43434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duplicating a student's full record inside the Courses table, we reference it by ID. This keeps data consistent — update the student once, and every linked row stays correct.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Relationships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09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↔ One ID Card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566160"/>
            <a:ext cx="24688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owns one ID card, and each ID card belongs to one person.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6002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709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→ Many Messages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566160"/>
            <a:ext cx="24688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490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contains many messages.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6002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709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: 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↔ Courses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5360" y="3566160"/>
            <a:ext cx="24688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7490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studies many courses; one course contains many students.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engineers do not begin by writing SQL. Instead, they first identify the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objects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need to model. Instead of storing everything in one place, the data is separated into related tables.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 our chatbot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31089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3108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96512" y="4224528"/>
            <a:ext cx="402336" cy="45720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48006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4800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310896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CF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tables?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data into related tables avoids duplication, keeps records consistent, and mirrors how the real-world objects actually relate to each other — a conversation holds many messages, not the other way around.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to AI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AI Retrieval &amp; Intelligence Engineer, databases matter because AI systems need to store: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conversations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89720" y="21031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832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429000" y="33832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33832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(later)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3832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89720" y="33832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21295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33832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backend engineers manage production databases,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 must understand how data is organized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build retrieval systems effectively.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2670048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700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670048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700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2670048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6700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3989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373989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73989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73989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73989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89720" y="373989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FE8F0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73989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RAM to Relationships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provide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letting applications save information permanently. Data is organized into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each row represents an object and each column represents one of its properties.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uniquely identify records, while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relationships between tables.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5196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concepts prepares us for implementing persistent memory in our chatbot using SQLite.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2026-07-24T17:09:38Z</dcterms:created>
  <dcterms:modified xsi:type="dcterms:W3CDTF">2026-07-24T17:09:38Z</dcterms:modified>
</cp:coreProperties>
</file>