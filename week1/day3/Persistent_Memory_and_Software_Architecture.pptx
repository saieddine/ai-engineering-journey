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Memory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Software Architecture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chatbot that remembers — modular design with SQLite, composition,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separation of concerns.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170432" cy="384048"/>
          </a:xfrm>
          <a:prstGeom prst="roundRect">
            <a:avLst>
              <a:gd name="adj" fmla="val 19048"/>
            </a:avLst>
          </a:prstGeom>
          <a:solidFill>
            <a:srgbClr val="2E4374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5074920"/>
            <a:ext cx="804672" cy="384048"/>
          </a:xfrm>
          <a:prstGeom prst="roundRect">
            <a:avLst>
              <a:gd name="adj" fmla="val 19048"/>
            </a:avLst>
          </a:prstGeom>
          <a:solidFill>
            <a:srgbClr val="2E4374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507492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507492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2E4374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507492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lesson, I can: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73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90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modular AI chatbot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8973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790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7132320" y="16002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Separation of Concerns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3147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964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1508760" y="301752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persistent memory using SQLite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72200" y="301752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33147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2964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7132320" y="301752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multiple Python classes together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7320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137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1508760" y="443484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previous conversations automatically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72200" y="443484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7320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7137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7132320" y="443484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Composition in Object-Oriented Programming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We Need a Database?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97680" cy="4480560"/>
          </a:xfrm>
          <a:prstGeom prst="roundRect">
            <a:avLst>
              <a:gd name="adj" fmla="val 21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SQLITE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24231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E437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423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97480" y="3017520"/>
            <a:ext cx="0" cy="457200"/>
          </a:xfrm>
          <a:prstGeom prst="line">
            <a:avLst/>
          </a:prstGeom>
          <a:noFill/>
          <a:ln w="22225">
            <a:solidFill>
              <a:srgbClr val="2DD4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34747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E437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3474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97480" y="4069080"/>
            <a:ext cx="0" cy="457200"/>
          </a:xfrm>
          <a:prstGeom prst="line">
            <a:avLst/>
          </a:prstGeom>
          <a:noFill/>
          <a:ln w="22225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45262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E437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4526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715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disappears the moment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closes.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6636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66360" y="2231136"/>
            <a:ext cx="109728" cy="109728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21488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exists only while the program is running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166360" y="2798064"/>
            <a:ext cx="109728" cy="109728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71576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chatbot deletes the conversation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166360" y="3364992"/>
            <a:ext cx="109728" cy="109728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328269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forgets everything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166360" y="4078224"/>
            <a:ext cx="6309360" cy="1645920"/>
          </a:xfrm>
          <a:prstGeom prst="roundRect">
            <a:avLst>
              <a:gd name="adj" fmla="val 5556"/>
            </a:avLst>
          </a:prstGeom>
          <a:solidFill>
            <a:srgbClr val="E8FBF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4233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4507992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conversations permanently inside SQLite.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90008" y="141732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90008" y="1417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95848" y="1965960"/>
            <a:ext cx="0" cy="320040"/>
          </a:xfrm>
          <a:prstGeom prst="line">
            <a:avLst/>
          </a:prstGeom>
          <a:noFill/>
          <a:ln w="22225">
            <a:solidFill>
              <a:srgbClr val="C7D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07128" y="22860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E4374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7128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MemoryManager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 flipH="1">
            <a:off x="3901288" y="2834640"/>
            <a:ext cx="2011680" cy="411480"/>
          </a:xfrm>
          <a:prstGeom prst="line">
            <a:avLst/>
          </a:prstGeom>
          <a:noFill/>
          <a:ln w="22225">
            <a:solidFill>
              <a:srgbClr val="C7D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8728" y="2834640"/>
            <a:ext cx="1645920" cy="411480"/>
          </a:xfrm>
          <a:prstGeom prst="line">
            <a:avLst/>
          </a:prstGeom>
          <a:noFill/>
          <a:ln w="22225">
            <a:solidFill>
              <a:srgbClr val="C7D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5448" y="324612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8FBF8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95448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18808" y="324612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2E4374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18808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DatabaseManager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24648" y="3794760"/>
            <a:ext cx="0" cy="411480"/>
          </a:xfrm>
          <a:prstGeom prst="line">
            <a:avLst/>
          </a:prstGeom>
          <a:noFill/>
          <a:ln w="22225">
            <a:solidFill>
              <a:srgbClr val="C7D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18808" y="4206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2E4374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18808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924648" y="4754880"/>
            <a:ext cx="0" cy="411480"/>
          </a:xfrm>
          <a:prstGeom prst="line">
            <a:avLst/>
          </a:prstGeom>
          <a:noFill/>
          <a:ln w="22225">
            <a:solidFill>
              <a:srgbClr val="C7D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8808" y="51663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2DD4B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18808" y="5166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Table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16916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988820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09981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3017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application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64845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user input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19709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AI responses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141732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29300" y="16916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829300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4389120" y="24688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MemoryManager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09160" y="309981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3017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messages in RAM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364845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previous messages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419709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new messages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474573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46634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with DatabaseManager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0" y="141732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669780" y="16916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9669780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820" dirty="0"/>
          </a:p>
        </p:txBody>
      </p:sp>
      <p:sp>
        <p:nvSpPr>
          <p:cNvPr id="29" name="Text 27"/>
          <p:cNvSpPr/>
          <p:nvPr/>
        </p:nvSpPr>
        <p:spPr>
          <a:xfrm>
            <a:off x="8229600" y="24688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DatabaseManager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549640" y="309981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31" name="Text 29"/>
          <p:cNvSpPr/>
          <p:nvPr/>
        </p:nvSpPr>
        <p:spPr>
          <a:xfrm>
            <a:off x="8759952" y="3017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SQLite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49640" y="364845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33" name="Text 31"/>
          <p:cNvSpPr/>
          <p:nvPr/>
        </p:nvSpPr>
        <p:spPr>
          <a:xfrm>
            <a:off x="8759952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tables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49640" y="419709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35" name="Text 33"/>
          <p:cNvSpPr/>
          <p:nvPr/>
        </p:nvSpPr>
        <p:spPr>
          <a:xfrm>
            <a:off x="8759952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messages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549640" y="474573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37" name="Text 35"/>
          <p:cNvSpPr/>
          <p:nvPr/>
        </p:nvSpPr>
        <p:spPr>
          <a:xfrm>
            <a:off x="8759952" y="46634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messages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549640" y="5294376"/>
            <a:ext cx="91440" cy="91440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39" name="Text 37"/>
          <p:cNvSpPr/>
          <p:nvPr/>
        </p:nvSpPr>
        <p:spPr>
          <a:xfrm>
            <a:off x="8759952" y="5212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connection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should have one responsibility only.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DECEC"/>
          </a:solidFill>
          <a:ln w="12700">
            <a:solidFill>
              <a:srgbClr val="E3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23317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331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(everything)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Difficult to maintain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Hard to debug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Hard to extend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691640"/>
            <a:ext cx="5696712" cy="4297680"/>
          </a:xfrm>
          <a:prstGeom prst="roundRect">
            <a:avLst>
              <a:gd name="adj" fmla="val 2128"/>
            </a:avLst>
          </a:prstGeom>
          <a:solidFill>
            <a:srgbClr val="E8FBF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22860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E4374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95360" y="2834640"/>
            <a:ext cx="0" cy="32004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31546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E4374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MemoryManager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95360" y="3703320"/>
            <a:ext cx="0" cy="32004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40233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E4374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DatabaseManager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5394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Cleaner code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5760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Easier maintenance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6126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Easier 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6492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Easier future upgrades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object owns another object because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needs it to perform its job.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2E437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71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self.database = DatabaseManager()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54480" y="40690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MemoryManager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97480" y="4617720"/>
            <a:ext cx="0" cy="32004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49377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4937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DatabaseManager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77640" y="4526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→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92240" y="196596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0840" y="21488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7406640" y="19659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classes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301752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32004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406640" y="301752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modularity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406908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42519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7406640" y="40690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coupling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DatabaseManager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 SQLite connection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cursor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Initialize database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E8FBF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every database operation.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1965960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2E4374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96596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initialize_database()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2E4374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7432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save_message()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520440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2E4374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52044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load_messages()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4297680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2E4374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29768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clear_messages()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5074920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2E4374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507492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MemoryManager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conversation inside RAM.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2E437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add_message()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2E437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718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get_messages()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2E437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2E43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52628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219456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06640" y="251460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2E4374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5146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961120" y="3108960"/>
            <a:ext cx="0" cy="457200"/>
          </a:xfrm>
          <a:prstGeom prst="line">
            <a:avLst/>
          </a:prstGeom>
          <a:noFill/>
          <a:ln w="22225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356616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2E4374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35661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961120" y="4160520"/>
            <a:ext cx="0" cy="457200"/>
          </a:xfrm>
          <a:prstGeom prst="line">
            <a:avLst/>
          </a:prstGeom>
          <a:noFill/>
          <a:ln w="22225">
            <a:solidFill>
              <a:srgbClr val="2DD4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461772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4617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a Message —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0868" y="141732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0868" y="14173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146908" y="1746504"/>
            <a:ext cx="228600" cy="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75508" y="141732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E4374"/>
          </a:solidFill>
          <a:ln/>
        </p:spPr>
      </p:sp>
      <p:sp>
        <p:nvSpPr>
          <p:cNvPr id="8" name="Text 6"/>
          <p:cNvSpPr/>
          <p:nvPr/>
        </p:nvSpPr>
        <p:spPr>
          <a:xfrm>
            <a:off x="3375508" y="14173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main.py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1548" y="1746504"/>
            <a:ext cx="228600" cy="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0148" y="141732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E4374"/>
          </a:solidFill>
          <a:ln/>
        </p:spPr>
      </p:sp>
      <p:sp>
        <p:nvSpPr>
          <p:cNvPr id="11" name="Text 9"/>
          <p:cNvSpPr/>
          <p:nvPr/>
        </p:nvSpPr>
        <p:spPr>
          <a:xfrm>
            <a:off x="6210148" y="14173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MemoryManager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16188" y="1746504"/>
            <a:ext cx="228600" cy="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44788" y="141732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E4374"/>
          </a:solidFill>
          <a:ln/>
        </p:spPr>
      </p:sp>
      <p:sp>
        <p:nvSpPr>
          <p:cNvPr id="14" name="Text 12"/>
          <p:cNvSpPr/>
          <p:nvPr/>
        </p:nvSpPr>
        <p:spPr>
          <a:xfrm>
            <a:off x="9044788" y="14173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Save to RAM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347808" y="2075688"/>
            <a:ext cx="0" cy="50292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44788" y="2578608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E4374"/>
          </a:solidFill>
          <a:ln/>
        </p:spPr>
      </p:sp>
      <p:sp>
        <p:nvSpPr>
          <p:cNvPr id="17" name="Text 15"/>
          <p:cNvSpPr/>
          <p:nvPr/>
        </p:nvSpPr>
        <p:spPr>
          <a:xfrm>
            <a:off x="9044788" y="25786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DatabaseManager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 flipH="1">
            <a:off x="8816188" y="2907792"/>
            <a:ext cx="228600" cy="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0148" y="2578608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E437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148" y="25786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SQLite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 flipH="1">
            <a:off x="5981548" y="2907792"/>
            <a:ext cx="228600" cy="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75508" y="2578608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E4374"/>
          </a:solidFill>
          <a:ln/>
        </p:spPr>
      </p:sp>
      <p:sp>
        <p:nvSpPr>
          <p:cNvPr id="23" name="Text 21"/>
          <p:cNvSpPr/>
          <p:nvPr/>
        </p:nvSpPr>
        <p:spPr>
          <a:xfrm>
            <a:off x="3375508" y="25786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Groq API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 flipH="1">
            <a:off x="3146908" y="2907792"/>
            <a:ext cx="228600" cy="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0868" y="2578608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E4374"/>
          </a:solidFill>
          <a:ln/>
        </p:spPr>
      </p:sp>
      <p:sp>
        <p:nvSpPr>
          <p:cNvPr id="26" name="Text 24"/>
          <p:cNvSpPr/>
          <p:nvPr/>
        </p:nvSpPr>
        <p:spPr>
          <a:xfrm>
            <a:off x="540868" y="25786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AI Response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843888" y="3236976"/>
            <a:ext cx="0" cy="50292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0868" y="373989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E4374"/>
          </a:solidFill>
          <a:ln/>
        </p:spPr>
      </p:sp>
      <p:sp>
        <p:nvSpPr>
          <p:cNvPr id="29" name="Text 27"/>
          <p:cNvSpPr/>
          <p:nvPr/>
        </p:nvSpPr>
        <p:spPr>
          <a:xfrm>
            <a:off x="540868" y="373989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MemoryManager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146908" y="4069080"/>
            <a:ext cx="228600" cy="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75508" y="373989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E4374"/>
          </a:solidFill>
          <a:ln/>
        </p:spPr>
      </p:sp>
      <p:sp>
        <p:nvSpPr>
          <p:cNvPr id="32" name="Text 30"/>
          <p:cNvSpPr/>
          <p:nvPr/>
        </p:nvSpPr>
        <p:spPr>
          <a:xfrm>
            <a:off x="3375508" y="373989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RAM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981548" y="4069080"/>
            <a:ext cx="228600" cy="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0148" y="373989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0148" y="373989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SQLite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Previous Conversations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chatbot starts: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1234440" y="173736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737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MemoryManager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0100" y="2240280"/>
            <a:ext cx="0" cy="27432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1234440" y="251460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5146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DatabaseManager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" y="3017520"/>
            <a:ext cx="0" cy="27432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1234440" y="329184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291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previous messages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100" y="3794760"/>
            <a:ext cx="0" cy="27432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Shape 20"/>
          <p:cNvSpPr/>
          <p:nvPr/>
        </p:nvSpPr>
        <p:spPr>
          <a:xfrm>
            <a:off x="1234440" y="40690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0690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them after system prompt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0100" y="4572000"/>
            <a:ext cx="0" cy="274320"/>
          </a:xfrm>
          <a:prstGeom prst="line">
            <a:avLst/>
          </a:prstGeom>
          <a:noFill/>
          <a:ln w="22225">
            <a:solidFill>
              <a:srgbClr val="0F9C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28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7" name="Shape 25"/>
          <p:cNvSpPr/>
          <p:nvPr/>
        </p:nvSpPr>
        <p:spPr>
          <a:xfrm>
            <a:off x="1234440" y="484632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4846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restored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173736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1945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previous_messages = self.database.load_messages()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self.messages.extend(previous_messages)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402336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E8FBF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4480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is fully restored, as if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never closed.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append() vs extend()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messages = ["System"] and previous = ["User", "Assistant"]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DECEC"/>
          </a:solidFill>
          <a:ln w="12700">
            <a:solidFill>
              <a:srgbClr val="E3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append()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23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messages.append(previous)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4800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3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7472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["User", "Assistant"]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Nested list — not what we want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8FBF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extend()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242316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423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messages.extend(previous)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474720"/>
            <a:ext cx="4800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47472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"Assistant"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Flat list — exactly what we want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Principles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271016" y="1764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7190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one responsibility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50876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764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2935224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80944" y="3291840"/>
            <a:ext cx="17190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can own other objects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47488" y="150876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9864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769864" y="1764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5184648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30368" y="3291840"/>
            <a:ext cx="17190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implementation is hidden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96912" y="150876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19288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019288" y="1764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🪞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7434072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79792" y="3291840"/>
            <a:ext cx="17190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expose only what's needed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46336" y="150876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68712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268712" y="1764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9683496" y="26060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29216" y="3291840"/>
            <a:ext cx="17190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add_message(role, content) replaces repeated methods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Chatbot Now Supports: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87068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687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44348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conversation memory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87068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6687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11" name="Text 9"/>
          <p:cNvSpPr/>
          <p:nvPr/>
        </p:nvSpPr>
        <p:spPr>
          <a:xfrm>
            <a:off x="6812280" y="1600200"/>
            <a:ext cx="44348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database creation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464308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460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15" name="Text 13"/>
          <p:cNvSpPr/>
          <p:nvPr/>
        </p:nvSpPr>
        <p:spPr>
          <a:xfrm>
            <a:off x="1280160" y="2377440"/>
            <a:ext cx="44348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message loading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2377440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464308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4460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19" name="Text 17"/>
          <p:cNvSpPr/>
          <p:nvPr/>
        </p:nvSpPr>
        <p:spPr>
          <a:xfrm>
            <a:off x="6812280" y="2377440"/>
            <a:ext cx="44348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message saving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241548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232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23" name="Text 21"/>
          <p:cNvSpPr/>
          <p:nvPr/>
        </p:nvSpPr>
        <p:spPr>
          <a:xfrm>
            <a:off x="1280160" y="3154680"/>
            <a:ext cx="44348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modular architecture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3154680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241548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2232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27" name="Text 25"/>
          <p:cNvSpPr/>
          <p:nvPr/>
        </p:nvSpPr>
        <p:spPr>
          <a:xfrm>
            <a:off x="6812280" y="3154680"/>
            <a:ext cx="44348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525780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018788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0005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31" name="Text 29"/>
          <p:cNvSpPr/>
          <p:nvPr/>
        </p:nvSpPr>
        <p:spPr>
          <a:xfrm>
            <a:off x="1280160" y="3931920"/>
            <a:ext cx="44348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questions: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9222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RAM not enough for chatbot memory?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79222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69164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MemoryManager own DatabaseManager?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1518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51460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Composition?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251460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61518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51460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extend() instead of append()?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43814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33756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responsibility does main.py have?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333756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43814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333756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Separation of Concerns important?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26110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416052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save every message to SQLite?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416052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426110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0" y="416052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chatbot starts?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98348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508406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25880" y="498348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load_messages()?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80760" y="498348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08406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0" y="498348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persistent memory solve?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00400" cy="32004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143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provides fast access but is temporary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039112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9202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provides permanent storage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22960" y="2816352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6974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MemoryManager acts as the bridge between RAM and SQLite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" y="3593592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747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makes software easier to maintain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4370832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51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allows one class to use another without mixing responsibilities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22960" y="5148072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292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software architecture is built before adding advanced AI features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&amp; Read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freeCodeCamp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Python Database Tutorial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18:00 – 53:00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only on this section — it covers the core SQLite operations used in this lesson.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C7D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7086600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587752"/>
            <a:ext cx="109728" cy="109728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514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CREATE TABLE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246120"/>
            <a:ext cx="109728" cy="109728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1729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INSERT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3904488"/>
            <a:ext cx="109728" cy="109728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8313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SELECT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0" y="4562856"/>
            <a:ext cx="109728" cy="109728"/>
          </a:xfrm>
          <a:prstGeom prst="ellipse">
            <a:avLst/>
          </a:prstGeom>
          <a:solidFill>
            <a:srgbClr val="0F9C8B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4897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sqlite3 docs — connect(), cursor(),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execute(), fetchall(), commit()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SOFTWARE ARCHITECTURE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2026-07-25T19:54:58Z</dcterms:created>
  <dcterms:modified xsi:type="dcterms:W3CDTF">2026-07-25T19:54:58Z</dcterms:modified>
</cp:coreProperties>
</file>